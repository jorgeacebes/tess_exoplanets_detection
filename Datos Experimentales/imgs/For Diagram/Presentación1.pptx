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howGuides="1">
      <p:cViewPr varScale="1">
        <p:scale>
          <a:sx n="100" d="100"/>
          <a:sy n="100" d="100"/>
        </p:scale>
        <p:origin x="99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683DD4-0EED-46AD-AB04-2760CB0491E6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99913-17C1-4632-8FE8-33DB535AD4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3967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99913-17C1-4632-8FE8-33DB535AD44B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9899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99913-17C1-4632-8FE8-33DB535AD44B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7548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6C61C0-9602-2345-D874-AFF447F5A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91C2B5-4E05-5C9D-B4B2-DE210B2A9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1C3FC2-96D8-5FE0-DDB4-98C973E49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1458-A140-4159-8C92-6FC37F1CBF0D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4DDA66-7E66-ADD2-569B-195CC375B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98DE5A-B417-2638-255A-FBEFD0F14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E4DD-1A5D-4272-A9E3-0252B355F8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6364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5B246C-B466-1054-CBCE-8B1609B02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8C8D1E-E7E9-458A-74C3-EED542190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D490F0-0ED2-9000-824D-82BFB540B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1458-A140-4159-8C92-6FC37F1CBF0D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C5BE05-2774-5DF6-463B-9B4B03B9C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E940C2-7DB7-2DBC-1169-6BEB73C9B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E4DD-1A5D-4272-A9E3-0252B355F8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077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B302C0-8589-A3F5-08BE-6E2364B3B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D773AB-9785-9FD2-D67F-C2C704AA1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27EB2C-CD5F-D159-A9DF-A88C993FD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1458-A140-4159-8C92-6FC37F1CBF0D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BD1B97-3F39-6330-7F13-CBE304394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5604FB-85E1-406F-4416-667E612B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E4DD-1A5D-4272-A9E3-0252B355F8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9451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68F9D9-307C-F32C-81B4-F80E4C7F1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381D4A-A082-4940-B7B6-8A5E1B2D80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3B4C1F-DA1A-B4A9-979A-6F28694C88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F03165-7E92-91E3-2F51-37183614A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1458-A140-4159-8C92-6FC37F1CBF0D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930F96-F24E-774E-34B8-9B1E02404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A988BD-94C2-3E1B-8E6A-CBE469B9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E4DD-1A5D-4272-A9E3-0252B355F8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609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F3D3C9-0765-71D1-C8DD-449AF626E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4E376D-1901-A87D-6133-256EA4004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4C89AB-5A5B-0291-3899-A79B207B1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0B85087-571E-AF59-EEBC-2EDD5FDEE7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E4D70E0-9441-6608-F437-BF8049F2A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E6CB420-6186-9D30-CF01-EBCA7B9E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1458-A140-4159-8C92-6FC37F1CBF0D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F84079E-53A9-BFF1-7510-5965B0ED7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AF793D-54EF-58DB-AD40-3AD922DA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E4DD-1A5D-4272-A9E3-0252B355F8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455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E94C0-BEAF-CBFF-2366-2DB6F4AC4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52B342B-2905-12D9-6D5A-208C7BA81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1458-A140-4159-8C92-6FC37F1CBF0D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8EC4E0-1C9C-4E89-3ABA-3A7CEF2A5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5DDF9B6-4EE9-C948-9CF5-84AF4551A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E4DD-1A5D-4272-A9E3-0252B355F8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530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9AEFD0-DDFB-AB6F-6573-0FB713A86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1458-A140-4159-8C92-6FC37F1CBF0D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AB4B53A-E3E6-C3F8-48DB-D09EE499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A0021E-8246-5D48-450D-0598ED685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E4DD-1A5D-4272-A9E3-0252B355F8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9426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74503B-3338-1AB3-BABB-23DDD174C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5F97A5-6566-7FBB-B716-F98FF76B7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873A5D-D840-5B59-4EBB-AF9E300F1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CE16F2-597D-3129-6A96-0BC4CEBFB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1458-A140-4159-8C92-6FC37F1CBF0D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F64493-591C-D352-F99C-B0CF275CE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1A9F74-8F2D-2993-F9B8-1090401C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E4DD-1A5D-4272-A9E3-0252B355F8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2526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2393F2-E822-4B8F-FC00-B2071EB6F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521F3DB-CCDE-4CA5-B89D-D4AFFE4778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48325B-12B9-F34B-72A7-B80764B61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EC5D4A-A0DF-E698-7F23-F16328C30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1458-A140-4159-8C92-6FC37F1CBF0D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7F677B-D714-A90C-98E6-C5771FFB3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CAF211-D177-45D1-F00A-315710325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E4DD-1A5D-4272-A9E3-0252B355F8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8459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9AE2E-129E-7CBB-D04B-5A3572253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AE608A4-6B8A-6D90-E0C7-DA485CD3E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C9D6B9-FBF7-6012-6F90-7D7F33B2F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1458-A140-4159-8C92-6FC37F1CBF0D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6C395B-B450-0AEF-630C-2713CE14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32F5EF-A2DF-1813-F5FB-41B750FAB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E4DD-1A5D-4272-A9E3-0252B355F8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1980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64BA73-A62F-8538-016D-2EFC0FE7A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B4558E-D483-309C-6748-3A8A03C8E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934129-B377-2922-2FBE-B3F3320F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41458-A140-4159-8C92-6FC37F1CBF0D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875A89-DC87-2E15-DEDA-84552A87E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D2C77D-59FF-206F-EFCF-384C3639C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E4DD-1A5D-4272-A9E3-0252B355F8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1826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DACFDEB-FAB3-9051-87EE-AFEA44FD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48F4EC-DD45-68FC-508F-E20B66B74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B7BA2-3332-17C3-BB04-F14412A36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C41458-A140-4159-8C92-6FC37F1CBF0D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2AB5BF-9C96-719C-5BB5-5997ED6D2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2E8CFC-2B60-5EAE-C613-0D60DDE4E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8E4DD-1A5D-4272-A9E3-0252B355F8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064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n 39">
            <a:extLst>
              <a:ext uri="{FF2B5EF4-FFF2-40B4-BE49-F238E27FC236}">
                <a16:creationId xmlns:a16="http://schemas.microsoft.com/office/drawing/2014/main" id="{AE1E1359-0A02-24D8-A90E-05B2CF0E23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75" r="211"/>
          <a:stretch>
            <a:fillRect/>
          </a:stretch>
        </p:blipFill>
        <p:spPr>
          <a:xfrm>
            <a:off x="7698841" y="0"/>
            <a:ext cx="4656085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3C97280-1C63-1D4C-93DC-34501C02EC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016"/>
          <a:stretch>
            <a:fillRect/>
          </a:stretch>
        </p:blipFill>
        <p:spPr>
          <a:xfrm>
            <a:off x="234063" y="0"/>
            <a:ext cx="6798041" cy="6858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31B87B4-92B0-B5FF-A30C-191F5188B868}"/>
              </a:ext>
            </a:extLst>
          </p:cNvPr>
          <p:cNvSpPr/>
          <p:nvPr/>
        </p:nvSpPr>
        <p:spPr>
          <a:xfrm>
            <a:off x="5375920" y="1655490"/>
            <a:ext cx="936104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2A30E5F-7610-9877-00D2-9E068F09A175}"/>
              </a:ext>
            </a:extLst>
          </p:cNvPr>
          <p:cNvSpPr/>
          <p:nvPr/>
        </p:nvSpPr>
        <p:spPr>
          <a:xfrm>
            <a:off x="3057020" y="1700808"/>
            <a:ext cx="936104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CCD4F63-CC49-DD90-CAE9-3EDB8A7EA2BA}"/>
              </a:ext>
            </a:extLst>
          </p:cNvPr>
          <p:cNvSpPr/>
          <p:nvPr/>
        </p:nvSpPr>
        <p:spPr>
          <a:xfrm>
            <a:off x="709438" y="1703115"/>
            <a:ext cx="936104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5E509A9-41B2-DA00-5042-5E4236DEC318}"/>
              </a:ext>
            </a:extLst>
          </p:cNvPr>
          <p:cNvSpPr/>
          <p:nvPr/>
        </p:nvSpPr>
        <p:spPr>
          <a:xfrm>
            <a:off x="551384" y="3861048"/>
            <a:ext cx="936104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433D69A-3964-EEAB-113A-92DDA786565B}"/>
              </a:ext>
            </a:extLst>
          </p:cNvPr>
          <p:cNvSpPr/>
          <p:nvPr/>
        </p:nvSpPr>
        <p:spPr>
          <a:xfrm>
            <a:off x="3028792" y="4008537"/>
            <a:ext cx="936104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084A62E-C5EB-F468-354E-F2A2971098F9}"/>
              </a:ext>
            </a:extLst>
          </p:cNvPr>
          <p:cNvSpPr/>
          <p:nvPr/>
        </p:nvSpPr>
        <p:spPr>
          <a:xfrm>
            <a:off x="5318556" y="3967175"/>
            <a:ext cx="936104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51A20D9-CA91-5DC4-E193-07BD10057429}"/>
              </a:ext>
            </a:extLst>
          </p:cNvPr>
          <p:cNvSpPr/>
          <p:nvPr/>
        </p:nvSpPr>
        <p:spPr>
          <a:xfrm>
            <a:off x="2927648" y="6208254"/>
            <a:ext cx="1224136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DA22D0B-FA5C-E5CD-8C7F-D03ED2290B03}"/>
              </a:ext>
            </a:extLst>
          </p:cNvPr>
          <p:cNvSpPr/>
          <p:nvPr/>
        </p:nvSpPr>
        <p:spPr>
          <a:xfrm>
            <a:off x="5231904" y="6174366"/>
            <a:ext cx="936104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91D5CBA9-7AC1-0CB1-DD3D-D967E2D5648A}"/>
                  </a:ext>
                </a:extLst>
              </p:cNvPr>
              <p:cNvSpPr txBox="1"/>
              <p:nvPr/>
            </p:nvSpPr>
            <p:spPr>
              <a:xfrm>
                <a:off x="839416" y="1578836"/>
                <a:ext cx="9361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91D5CBA9-7AC1-0CB1-DD3D-D967E2D56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1578836"/>
                <a:ext cx="93610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AB016766-7444-B3D1-2DDE-145236875F27}"/>
                  </a:ext>
                </a:extLst>
              </p:cNvPr>
              <p:cNvSpPr txBox="1"/>
              <p:nvPr/>
            </p:nvSpPr>
            <p:spPr>
              <a:xfrm>
                <a:off x="709438" y="3782509"/>
                <a:ext cx="9361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𝑀𝐵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AB016766-7444-B3D1-2DDE-145236875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38" y="3782509"/>
                <a:ext cx="93610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CuadroTexto 27">
            <a:extLst>
              <a:ext uri="{FF2B5EF4-FFF2-40B4-BE49-F238E27FC236}">
                <a16:creationId xmlns:a16="http://schemas.microsoft.com/office/drawing/2014/main" id="{4E7ED455-9149-4BF3-A1AC-6A1795FEE3A6}"/>
              </a:ext>
            </a:extLst>
          </p:cNvPr>
          <p:cNvSpPr txBox="1"/>
          <p:nvPr/>
        </p:nvSpPr>
        <p:spPr>
          <a:xfrm>
            <a:off x="1177490" y="202670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med</a:t>
            </a:r>
            <a:endParaRPr lang="es-E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DA2DEECC-62CC-6539-F01E-35FC8AE33F02}"/>
                  </a:ext>
                </a:extLst>
              </p:cNvPr>
              <p:cNvSpPr txBox="1"/>
              <p:nvPr/>
            </p:nvSpPr>
            <p:spPr>
              <a:xfrm>
                <a:off x="3158316" y="1589149"/>
                <a:ext cx="9361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DA2DEECC-62CC-6539-F01E-35FC8AE33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316" y="1589149"/>
                <a:ext cx="93610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4B5ABDE5-A7D8-82C2-943F-D2C99EFF96FC}"/>
                  </a:ext>
                </a:extLst>
              </p:cNvPr>
              <p:cNvSpPr txBox="1"/>
              <p:nvPr/>
            </p:nvSpPr>
            <p:spPr>
              <a:xfrm>
                <a:off x="3382221" y="2047013"/>
                <a:ext cx="14243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𝑀𝐵</m:t>
                          </m:r>
                        </m:e>
                      </m:d>
                    </m:oMath>
                  </m:oMathPara>
                </a14:m>
                <a:endParaRPr lang="es-ES" sz="1600" b="0" dirty="0"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4B5ABDE5-A7D8-82C2-943F-D2C99EFF9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221" y="2047013"/>
                <a:ext cx="1424398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C149714-172E-F4B4-BBC8-A32BBD1A8543}"/>
                  </a:ext>
                </a:extLst>
              </p:cNvPr>
              <p:cNvSpPr txBox="1"/>
              <p:nvPr/>
            </p:nvSpPr>
            <p:spPr>
              <a:xfrm>
                <a:off x="4511824" y="2072461"/>
                <a:ext cx="63491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𝐷𝑎𝑟𝑘</m:t>
                          </m:r>
                        </m:sub>
                      </m:sSub>
                    </m:oMath>
                  </m:oMathPara>
                </a14:m>
                <a:endParaRPr lang="es-ES" sz="1600" b="0" dirty="0"/>
              </a:p>
              <a:p>
                <a:endParaRPr lang="es-ES" sz="1600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5C149714-172E-F4B4-BBC8-A32BBD1A8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2072461"/>
                <a:ext cx="634917" cy="492443"/>
              </a:xfrm>
              <a:prstGeom prst="rect">
                <a:avLst/>
              </a:prstGeom>
              <a:blipFill>
                <a:blip r:embed="rId8"/>
                <a:stretch>
                  <a:fillRect l="-8654" r="-96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CuadroTexto 32">
            <a:extLst>
              <a:ext uri="{FF2B5EF4-FFF2-40B4-BE49-F238E27FC236}">
                <a16:creationId xmlns:a16="http://schemas.microsoft.com/office/drawing/2014/main" id="{F417CB8B-8172-5DDB-082C-1AA50CA81BEA}"/>
              </a:ext>
            </a:extLst>
          </p:cNvPr>
          <p:cNvSpPr txBox="1"/>
          <p:nvPr/>
        </p:nvSpPr>
        <p:spPr>
          <a:xfrm>
            <a:off x="3516867" y="4323565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med</a:t>
            </a:r>
            <a:endParaRPr lang="es-E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FE3E14A-15DE-1F1F-1617-6D0E8FB61A72}"/>
              </a:ext>
            </a:extLst>
          </p:cNvPr>
          <p:cNvSpPr txBox="1"/>
          <p:nvPr/>
        </p:nvSpPr>
        <p:spPr>
          <a:xfrm>
            <a:off x="5998992" y="432356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med</a:t>
            </a:r>
            <a:endParaRPr lang="es-E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DE0460FA-20DD-7051-3C17-3FC467522D05}"/>
                  </a:ext>
                </a:extLst>
              </p:cNvPr>
              <p:cNvSpPr txBox="1"/>
              <p:nvPr/>
            </p:nvSpPr>
            <p:spPr>
              <a:xfrm>
                <a:off x="5530940" y="1578836"/>
                <a:ext cx="9361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DE0460FA-20DD-7051-3C17-3FC467522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940" y="1578836"/>
                <a:ext cx="93610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ángulo 41">
            <a:extLst>
              <a:ext uri="{FF2B5EF4-FFF2-40B4-BE49-F238E27FC236}">
                <a16:creationId xmlns:a16="http://schemas.microsoft.com/office/drawing/2014/main" id="{A8D955AF-F12F-A5E4-AA9E-A421ACDEA475}"/>
              </a:ext>
            </a:extLst>
          </p:cNvPr>
          <p:cNvSpPr/>
          <p:nvPr/>
        </p:nvSpPr>
        <p:spPr>
          <a:xfrm>
            <a:off x="8184232" y="1630111"/>
            <a:ext cx="936104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10B2E6B9-3074-E4E1-B8CB-2EDED3A6E71F}"/>
              </a:ext>
            </a:extLst>
          </p:cNvPr>
          <p:cNvSpPr/>
          <p:nvPr/>
        </p:nvSpPr>
        <p:spPr>
          <a:xfrm>
            <a:off x="8188238" y="4008537"/>
            <a:ext cx="936104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31246E9C-A6B1-F4B2-B3A4-E83206915B55}"/>
              </a:ext>
            </a:extLst>
          </p:cNvPr>
          <p:cNvSpPr/>
          <p:nvPr/>
        </p:nvSpPr>
        <p:spPr>
          <a:xfrm>
            <a:off x="8184232" y="6316266"/>
            <a:ext cx="936104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73D1052D-C060-9DA9-99A0-A9F9DFB2DB56}"/>
              </a:ext>
            </a:extLst>
          </p:cNvPr>
          <p:cNvSpPr/>
          <p:nvPr/>
        </p:nvSpPr>
        <p:spPr>
          <a:xfrm>
            <a:off x="10776520" y="6208254"/>
            <a:ext cx="1080120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3B420FDB-F2AA-5A02-2F0B-C7F3B4F00A3C}"/>
                  </a:ext>
                </a:extLst>
              </p:cNvPr>
              <p:cNvSpPr txBox="1"/>
              <p:nvPr/>
            </p:nvSpPr>
            <p:spPr>
              <a:xfrm>
                <a:off x="3028792" y="6097712"/>
                <a:ext cx="9361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𝑛𝑜𝑟𝑚</m:t>
                          </m:r>
                        </m:sub>
                      </m:sSub>
                    </m:oMath>
                  </m:oMathPara>
                </a14:m>
                <a:endParaRPr lang="es-ES" b="0" dirty="0"/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3B420FDB-F2AA-5A02-2F0B-C7F3B4F00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8792" y="6097712"/>
                <a:ext cx="93610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E77DC8BE-F54C-9839-9967-EC5693552369}"/>
                  </a:ext>
                </a:extLst>
              </p:cNvPr>
              <p:cNvSpPr txBox="1"/>
              <p:nvPr/>
            </p:nvSpPr>
            <p:spPr>
              <a:xfrm>
                <a:off x="5372547" y="6108518"/>
                <a:ext cx="9361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𝑀𝐹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E77DC8BE-F54C-9839-9967-EC5693552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547" y="6108518"/>
                <a:ext cx="93610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CAB82A65-8C60-DB68-75C7-13B807F8EB8F}"/>
                  </a:ext>
                </a:extLst>
              </p:cNvPr>
              <p:cNvSpPr txBox="1"/>
              <p:nvPr/>
            </p:nvSpPr>
            <p:spPr>
              <a:xfrm>
                <a:off x="8256240" y="1578836"/>
                <a:ext cx="93610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𝑟𝑎𝑤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ES" b="0" dirty="0"/>
              </a:p>
            </p:txBody>
          </p:sp>
        </mc:Choice>
        <mc:Fallback xmlns="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CAB82A65-8C60-DB68-75C7-13B807F8E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240" y="1578836"/>
                <a:ext cx="936104" cy="38151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C2435ECA-121D-7CE2-44A3-07D3E6835F99}"/>
                  </a:ext>
                </a:extLst>
              </p:cNvPr>
              <p:cNvSpPr txBox="1"/>
              <p:nvPr/>
            </p:nvSpPr>
            <p:spPr>
              <a:xfrm>
                <a:off x="8503426" y="2026707"/>
                <a:ext cx="3524908" cy="657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𝑟𝑎𝑤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𝑀𝐵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𝑛𝑜𝑟𝑚</m:t>
                          </m:r>
                        </m:sub>
                      </m:sSub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𝑠𝑐𝑖𝑒𝑛𝑐𝑒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ES" sz="2000" b="0" i="1" dirty="0">
                  <a:latin typeface="Cambria Math" panose="02040503050406030204" pitchFamily="18" charset="0"/>
                </a:endParaRPr>
              </a:p>
              <a:p>
                <a:r>
                  <a:rPr lang="es-ES" sz="2000" b="0" i="1" dirty="0"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C2435ECA-121D-7CE2-44A3-07D3E6835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426" y="2026707"/>
                <a:ext cx="3524908" cy="65710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FDB903AF-0488-95DD-8D85-344D832D41AE}"/>
                  </a:ext>
                </a:extLst>
              </p:cNvPr>
              <p:cNvSpPr txBox="1"/>
              <p:nvPr/>
            </p:nvSpPr>
            <p:spPr>
              <a:xfrm>
                <a:off x="8724292" y="4409806"/>
                <a:ext cx="1475147" cy="566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𝑀𝐹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𝑠𝑐𝑖𝑒𝑛𝑐𝑒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b="0" dirty="0"/>
                  <a:t> </a:t>
                </a:r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FDB903AF-0488-95DD-8D85-344D832D4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4292" y="4409806"/>
                <a:ext cx="1475147" cy="566181"/>
              </a:xfrm>
              <a:prstGeom prst="rect">
                <a:avLst/>
              </a:prstGeom>
              <a:blipFill>
                <a:blip r:embed="rId15"/>
                <a:stretch>
                  <a:fillRect l="-41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27BB1DCD-3D02-6D50-EBD8-C4017E9DBC1A}"/>
                  </a:ext>
                </a:extLst>
              </p:cNvPr>
              <p:cNvSpPr txBox="1"/>
              <p:nvPr/>
            </p:nvSpPr>
            <p:spPr>
              <a:xfrm>
                <a:off x="8294498" y="6233520"/>
                <a:ext cx="93610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𝑐𝑎𝑙𝑖𝑏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ES" b="0" dirty="0"/>
              </a:p>
            </p:txBody>
          </p:sp>
        </mc:Choice>
        <mc:Fallback xmlns="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27BB1DCD-3D02-6D50-EBD8-C4017E9DB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4498" y="6233520"/>
                <a:ext cx="936104" cy="38151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CuadroTexto 56">
            <a:extLst>
              <a:ext uri="{FF2B5EF4-FFF2-40B4-BE49-F238E27FC236}">
                <a16:creationId xmlns:a16="http://schemas.microsoft.com/office/drawing/2014/main" id="{793B696E-7484-3E23-C3B0-B0EE48734430}"/>
              </a:ext>
            </a:extLst>
          </p:cNvPr>
          <p:cNvSpPr txBox="1"/>
          <p:nvPr/>
        </p:nvSpPr>
        <p:spPr>
          <a:xfrm>
            <a:off x="9558831" y="5235421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stacked</a:t>
            </a:r>
            <a:endParaRPr lang="es-E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E7F1D893-01EE-3D7B-1656-F4ED8A9C8BA4}"/>
                  </a:ext>
                </a:extLst>
              </p:cNvPr>
              <p:cNvSpPr txBox="1"/>
              <p:nvPr/>
            </p:nvSpPr>
            <p:spPr>
              <a:xfrm>
                <a:off x="10921602" y="6102426"/>
                <a:ext cx="93610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𝑠𝑡𝑎𝑐𝑘𝑒𝑑</m:t>
                          </m:r>
                        </m:sub>
                      </m:sSub>
                    </m:oMath>
                  </m:oMathPara>
                </a14:m>
                <a:endParaRPr lang="es-ES" b="0" dirty="0"/>
              </a:p>
            </p:txBody>
          </p:sp>
        </mc:Choice>
        <mc:Fallback xmlns=""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E7F1D893-01EE-3D7B-1656-F4ED8A9C8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1602" y="6102426"/>
                <a:ext cx="936104" cy="38151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863066B-27F1-0E9B-9728-536D310D6341}"/>
                  </a:ext>
                </a:extLst>
              </p:cNvPr>
              <p:cNvSpPr txBox="1"/>
              <p:nvPr/>
            </p:nvSpPr>
            <p:spPr>
              <a:xfrm>
                <a:off x="5764985" y="1987840"/>
                <a:ext cx="2779287" cy="7470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E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sz="140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s-ES" sz="1400" i="1">
                              <a:latin typeface="Cambria Math" panose="02040503050406030204" pitchFamily="18" charset="0"/>
                            </a:rPr>
                            <m:t>𝑀𝐵</m:t>
                          </m:r>
                          <m:r>
                            <a:rPr lang="es-ES" sz="140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s-ES" sz="1400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s-E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ES" sz="1400" i="1">
                                  <a:latin typeface="Cambria Math" panose="02040503050406030204" pitchFamily="18" charset="0"/>
                                </a:rPr>
                                <m:t>𝑛𝑜𝑟𝑚</m:t>
                              </m:r>
                            </m:sub>
                          </m:sSub>
                          <m:r>
                            <a:rPr lang="es-E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ES" sz="1400" i="1">
                                  <a:latin typeface="Cambria Math" panose="02040503050406030204" pitchFamily="18" charset="0"/>
                                </a:rPr>
                                <m:t>𝑓𝑙𝑎𝑡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s-ES" sz="1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sz="1400" b="0" i="0" smtClean="0">
                              <a:latin typeface="Cambria Math" panose="02040503050406030204" pitchFamily="18" charset="0"/>
                            </a:rPr>
                            <m:t>med</m:t>
                          </m:r>
                          <m:sSub>
                            <m:sSubPr>
                              <m:ctrlPr>
                                <a:rPr lang="es-E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ES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E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sz="140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s-ES" sz="1400" i="1">
                              <a:latin typeface="Cambria Math" panose="02040503050406030204" pitchFamily="18" charset="0"/>
                            </a:rPr>
                            <m:t>𝑀𝐵</m:t>
                          </m:r>
                          <m:r>
                            <a:rPr lang="es-ES" sz="140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s-ES" sz="1400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s-E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ES" sz="1400" i="1">
                                  <a:latin typeface="Cambria Math" panose="02040503050406030204" pitchFamily="18" charset="0"/>
                                </a:rPr>
                                <m:t>𝑛𝑜𝑟𝑚</m:t>
                              </m:r>
                            </m:sub>
                          </m:sSub>
                          <m:r>
                            <a:rPr lang="es-E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ES" sz="1400" i="1">
                                  <a:latin typeface="Cambria Math" panose="02040503050406030204" pitchFamily="18" charset="0"/>
                                </a:rPr>
                                <m:t>𝑓𝑙𝑎𝑡</m:t>
                              </m:r>
                            </m:sub>
                          </m:sSub>
                          <m:r>
                            <a:rPr lang="es-ES" sz="1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s-ES" sz="1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s-ES" b="0" dirty="0"/>
              </a:p>
              <a:p>
                <a:endParaRPr lang="es-ES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863066B-27F1-0E9B-9728-536D310D6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4985" y="1987840"/>
                <a:ext cx="2779287" cy="74706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216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063F7-0767-0EF7-9767-E45C998B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F8CB05-3F66-328E-3CFF-81CBA5933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56362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30</Words>
  <Application>Microsoft Office PowerPoint</Application>
  <PresentationFormat>Panorámica</PresentationFormat>
  <Paragraphs>21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LM Roman 10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Acebes Hernández</dc:creator>
  <cp:lastModifiedBy>Jorge Acebes Hernández</cp:lastModifiedBy>
  <cp:revision>3</cp:revision>
  <dcterms:created xsi:type="dcterms:W3CDTF">2025-12-10T09:02:10Z</dcterms:created>
  <dcterms:modified xsi:type="dcterms:W3CDTF">2025-12-10T17:27:52Z</dcterms:modified>
</cp:coreProperties>
</file>